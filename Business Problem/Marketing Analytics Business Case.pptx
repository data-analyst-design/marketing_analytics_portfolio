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0" autoAdjust="0"/>
    <p:restoredTop sz="96236" autoAdjust="0"/>
  </p:normalViewPr>
  <p:slideViewPr>
    <p:cSldViewPr snapToGrid="0">
      <p:cViewPr varScale="1">
        <p:scale>
          <a:sx n="78" d="100"/>
          <a:sy n="78" d="100"/>
        </p:scale>
        <p:origin x="12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05.08.2026</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05.08.2026</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05.08.2026</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05.08.2026</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05.08.2026</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05.08.2026</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05.08.2026</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05.08.2026</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05.08.2026</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05.08.2026</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05.08.2026</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05.08.2026</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450</TotalTime>
  <Words>612</Words>
  <Application>Microsoft Office PowerPoint</Application>
  <PresentationFormat>Widescreen</PresentationFormat>
  <Paragraphs>38</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Mercy Mwangi</cp:lastModifiedBy>
  <cp:revision>2</cp:revision>
  <dcterms:created xsi:type="dcterms:W3CDTF">2024-07-20T13:50:58Z</dcterms:created>
  <dcterms:modified xsi:type="dcterms:W3CDTF">2026-08-05T22:07:32Z</dcterms:modified>
</cp:coreProperties>
</file>